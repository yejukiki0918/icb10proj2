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TO_MASTER">
    <p:bg>
      <p:bgPr>
        <a:solidFill>
          <a:srgbClr val="F8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F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데이터로 보는 마케터 채용 시장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사람인 데이터 기반 핵심 직무 역량 분석 리포트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시장 요약 (Market Overview)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분석 공고 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400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474720" y="914400"/>
            <a:ext cx="52120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097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주요 근무 지역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463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정규직 (281건)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정규직·계약직 (45건)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계약직 (38건)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834640"/>
            <a:ext cx="5212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요구 경력 분포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33832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서울 강남구 (133건)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서울 성동구 (43건)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서울 마포구 (32건)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직무군 분포 (Job Categories)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657600"/>
          </a:xfrm>
          <a:prstGeom prst="rect">
            <a:avLst/>
          </a:prstGeom>
          <a:solidFill>
            <a:srgbClr val="4ECDC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가장 수요가 높은 직무군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1위: IT/플랫폼 마케팅 (131건)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2위: 퍼포먼스/데이터 마케팅 (108건)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트렌드: 퍼포먼스와 IT/콘텐츠에 집중된 수요.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기타 유관 직무군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46304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콘텐츠/브랜드 마케팅: 105건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일반/종합 마케팅: 53건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B2B/영업 마케팅: 3건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핵심 역량 키워드 (TF-IDF)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657600"/>
          </a:xfrm>
          <a:prstGeom prst="rect">
            <a:avLst/>
          </a:prstGeom>
          <a:solidFill>
            <a:srgbClr val="FF6B6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필수 자격 요건 (Required)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콘텐츠 (46.96)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무관 (44.57)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학력무관 (41.95)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3년 (35.09)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가능 (33.62)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기획 (24.63)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운영 (23.31)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3657600"/>
          </a:xfrm>
          <a:prstGeom prst="rect">
            <a:avLst/>
          </a:prstGeom>
          <a:solidFill>
            <a:srgbClr val="FFE66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우대 사항 (Preferred)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46304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운영 (40.89)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경험이 (37.26)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콘텐츠 (35.21)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있으신 (35.01)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또는 (32.23)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기획 (25.9)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광고 (24.49)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구직 전략 (Actionable Insights)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F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인사이트 요약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경력 요건의 경우 '경력무관(포텐셜)'과 '3~5년 차(즉시 전력감)'로 양극화되어 있습니다.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필수 자격요건에서는 기획/운영 능력과 커뮤니케이션 스킬이 주로 요구됩니다.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우대사항에서는 GA, SQL, 포토샵 등 구체적인 실무 툴 활용 능력이 큰 가점을 받습니다.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직무 카테고리별로 보면 퍼포먼스와 콘텐츠 마케팅이 가장 높은 수요를 보입니다.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Saramin Marketer EDA Report</dc:title>
  <dc:subject>PptxGenJS Presentation</dc:subject>
  <dc:creator>Antigravity</dc:creator>
  <cp:lastModifiedBy>Antigravity</cp:lastModifiedBy>
  <cp:revision>1</cp:revision>
  <dcterms:created xsi:type="dcterms:W3CDTF">2026-06-27T08:29:34Z</dcterms:created>
  <dcterms:modified xsi:type="dcterms:W3CDTF">2026-06-27T08:29:34Z</dcterms:modified>
</cp:coreProperties>
</file>